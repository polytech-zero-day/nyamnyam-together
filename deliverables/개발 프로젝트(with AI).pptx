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8" r:id="rId6"/>
    <p:sldId id="262" r:id="rId7"/>
    <p:sldId id="257" r:id="rId8"/>
    <p:sldId id="260" r:id="rId9"/>
    <p:sldId id="259" r:id="rId10"/>
    <p:sldId id="261" r:id="rId11"/>
    <p:sldId id="263" r:id="rId12"/>
    <p:sldId id="264" r:id="rId13"/>
    <p:sldId id="265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D8E6E8-443C-9A03-B983-AE64BD1E6FD8}" v="4" dt="2026-06-19T04:13:40.348"/>
    <p1510:client id="{54DDD60E-ED52-43E8-8CD4-548EADD51DC9}" v="33" dt="2026-06-19T00:05:32.3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정원치" userId="b2bdd3cb-5e0c-4e7a-8b69-6b894ad7028c" providerId="ADAL" clId="{FA53E6EA-9ACB-4B46-8716-2C276717DFA9}"/>
    <pc:docChg chg="undo redo custSel addSld modSld sldOrd">
      <pc:chgData name="정원치" userId="b2bdd3cb-5e0c-4e7a-8b69-6b894ad7028c" providerId="ADAL" clId="{FA53E6EA-9ACB-4B46-8716-2C276717DFA9}" dt="2026-06-19T00:06:58.066" v="2223" actId="20577"/>
      <pc:docMkLst>
        <pc:docMk/>
      </pc:docMkLst>
      <pc:sldChg chg="addSp delSp modSp new mod">
        <pc:chgData name="정원치" userId="b2bdd3cb-5e0c-4e7a-8b69-6b894ad7028c" providerId="ADAL" clId="{FA53E6EA-9ACB-4B46-8716-2C276717DFA9}" dt="2026-06-18T23:55:10.143" v="1660" actId="20577"/>
        <pc:sldMkLst>
          <pc:docMk/>
          <pc:sldMk cId="2824198779" sldId="257"/>
        </pc:sldMkLst>
        <pc:spChg chg="mod">
          <ac:chgData name="정원치" userId="b2bdd3cb-5e0c-4e7a-8b69-6b894ad7028c" providerId="ADAL" clId="{FA53E6EA-9ACB-4B46-8716-2C276717DFA9}" dt="2026-06-18T23:38:58.751" v="60" actId="20577"/>
          <ac:spMkLst>
            <pc:docMk/>
            <pc:sldMk cId="2824198779" sldId="257"/>
            <ac:spMk id="2" creationId="{EFCB28B1-F657-4637-B575-AFF2EFC890E4}"/>
          </ac:spMkLst>
        </pc:spChg>
        <pc:spChg chg="del mod">
          <ac:chgData name="정원치" userId="b2bdd3cb-5e0c-4e7a-8b69-6b894ad7028c" providerId="ADAL" clId="{FA53E6EA-9ACB-4B46-8716-2C276717DFA9}" dt="2026-06-18T23:52:19.013" v="1289" actId="478"/>
          <ac:spMkLst>
            <pc:docMk/>
            <pc:sldMk cId="2824198779" sldId="257"/>
            <ac:spMk id="3" creationId="{A14CC9AA-D5A7-F42A-CEC7-A19E8ADE189C}"/>
          </ac:spMkLst>
        </pc:spChg>
        <pc:spChg chg="add mod">
          <ac:chgData name="정원치" userId="b2bdd3cb-5e0c-4e7a-8b69-6b894ad7028c" providerId="ADAL" clId="{FA53E6EA-9ACB-4B46-8716-2C276717DFA9}" dt="2026-06-18T23:55:10.143" v="1660" actId="20577"/>
          <ac:spMkLst>
            <pc:docMk/>
            <pc:sldMk cId="2824198779" sldId="257"/>
            <ac:spMk id="5" creationId="{24EA8C3A-BE9F-B84B-6589-1A0647C2EB0E}"/>
          </ac:spMkLst>
        </pc:spChg>
      </pc:sldChg>
      <pc:sldChg chg="addSp delSp modSp new mod">
        <pc:chgData name="정원치" userId="b2bdd3cb-5e0c-4e7a-8b69-6b894ad7028c" providerId="ADAL" clId="{FA53E6EA-9ACB-4B46-8716-2C276717DFA9}" dt="2026-06-18T23:42:39.918" v="578"/>
        <pc:sldMkLst>
          <pc:docMk/>
          <pc:sldMk cId="928550534" sldId="258"/>
        </pc:sldMkLst>
        <pc:spChg chg="del">
          <ac:chgData name="정원치" userId="b2bdd3cb-5e0c-4e7a-8b69-6b894ad7028c" providerId="ADAL" clId="{FA53E6EA-9ACB-4B46-8716-2C276717DFA9}" dt="2026-06-18T23:40:47.581" v="416" actId="478"/>
          <ac:spMkLst>
            <pc:docMk/>
            <pc:sldMk cId="928550534" sldId="258"/>
            <ac:spMk id="2" creationId="{23BC0AA6-65A3-5271-EE8C-C3BB6D10CC5F}"/>
          </ac:spMkLst>
        </pc:spChg>
        <pc:spChg chg="del">
          <ac:chgData name="정원치" userId="b2bdd3cb-5e0c-4e7a-8b69-6b894ad7028c" providerId="ADAL" clId="{FA53E6EA-9ACB-4B46-8716-2C276717DFA9}" dt="2026-06-18T23:40:47.581" v="416" actId="478"/>
          <ac:spMkLst>
            <pc:docMk/>
            <pc:sldMk cId="928550534" sldId="258"/>
            <ac:spMk id="3" creationId="{17C02448-DB4B-234D-58AE-376A239671DA}"/>
          </ac:spMkLst>
        </pc:spChg>
        <pc:spChg chg="add mod">
          <ac:chgData name="정원치" userId="b2bdd3cb-5e0c-4e7a-8b69-6b894ad7028c" providerId="ADAL" clId="{FA53E6EA-9ACB-4B46-8716-2C276717DFA9}" dt="2026-06-18T23:41:20.234" v="469" actId="1076"/>
          <ac:spMkLst>
            <pc:docMk/>
            <pc:sldMk cId="928550534" sldId="258"/>
            <ac:spMk id="4" creationId="{E751FC79-C51B-DE42-B389-2A2ABBC0C0F2}"/>
          </ac:spMkLst>
        </pc:spChg>
        <pc:spChg chg="add del">
          <ac:chgData name="정원치" userId="b2bdd3cb-5e0c-4e7a-8b69-6b894ad7028c" providerId="ADAL" clId="{FA53E6EA-9ACB-4B46-8716-2C276717DFA9}" dt="2026-06-18T23:42:01.705" v="474" actId="478"/>
          <ac:spMkLst>
            <pc:docMk/>
            <pc:sldMk cId="928550534" sldId="258"/>
            <ac:spMk id="5" creationId="{2EFAF891-0E99-F227-E805-1F1FE7D4B5DE}"/>
          </ac:spMkLst>
        </pc:spChg>
        <pc:spChg chg="add del mod">
          <ac:chgData name="정원치" userId="b2bdd3cb-5e0c-4e7a-8b69-6b894ad7028c" providerId="ADAL" clId="{FA53E6EA-9ACB-4B46-8716-2C276717DFA9}" dt="2026-06-18T23:42:39.918" v="578"/>
          <ac:spMkLst>
            <pc:docMk/>
            <pc:sldMk cId="928550534" sldId="258"/>
            <ac:spMk id="8" creationId="{E090CEEC-5F38-BCB0-6694-426BF12CD9AF}"/>
          </ac:spMkLst>
        </pc:spChg>
        <pc:picChg chg="add mod">
          <ac:chgData name="정원치" userId="b2bdd3cb-5e0c-4e7a-8b69-6b894ad7028c" providerId="ADAL" clId="{FA53E6EA-9ACB-4B46-8716-2C276717DFA9}" dt="2026-06-18T23:42:10.769" v="477" actId="1076"/>
          <ac:picMkLst>
            <pc:docMk/>
            <pc:sldMk cId="928550534" sldId="258"/>
            <ac:picMk id="7" creationId="{831AD232-A505-B012-2667-2666B476BFA2}"/>
          </ac:picMkLst>
        </pc:picChg>
        <pc:picChg chg="add mod">
          <ac:chgData name="정원치" userId="b2bdd3cb-5e0c-4e7a-8b69-6b894ad7028c" providerId="ADAL" clId="{FA53E6EA-9ACB-4B46-8716-2C276717DFA9}" dt="2026-06-18T23:42:16.333" v="478" actId="1076"/>
          <ac:picMkLst>
            <pc:docMk/>
            <pc:sldMk cId="928550534" sldId="258"/>
            <ac:picMk id="1026" creationId="{44B46A57-8215-3F60-34D4-3C178BDDBCEC}"/>
          </ac:picMkLst>
        </pc:picChg>
      </pc:sldChg>
      <pc:sldChg chg="addSp delSp modSp add mod">
        <pc:chgData name="정원치" userId="b2bdd3cb-5e0c-4e7a-8b69-6b894ad7028c" providerId="ADAL" clId="{FA53E6EA-9ACB-4B46-8716-2C276717DFA9}" dt="2026-06-19T00:06:02.565" v="2216" actId="113"/>
        <pc:sldMkLst>
          <pc:docMk/>
          <pc:sldMk cId="1466272989" sldId="259"/>
        </pc:sldMkLst>
        <pc:spChg chg="mod">
          <ac:chgData name="정원치" userId="b2bdd3cb-5e0c-4e7a-8b69-6b894ad7028c" providerId="ADAL" clId="{FA53E6EA-9ACB-4B46-8716-2C276717DFA9}" dt="2026-06-18T23:48:51.661" v="1081"/>
          <ac:spMkLst>
            <pc:docMk/>
            <pc:sldMk cId="1466272989" sldId="259"/>
            <ac:spMk id="2" creationId="{FD1F4FE1-BAAF-D155-5373-74634A554BF5}"/>
          </ac:spMkLst>
        </pc:spChg>
        <pc:spChg chg="del mod">
          <ac:chgData name="정원치" userId="b2bdd3cb-5e0c-4e7a-8b69-6b894ad7028c" providerId="ADAL" clId="{FA53E6EA-9ACB-4B46-8716-2C276717DFA9}" dt="2026-06-18T23:44:43.688" v="946" actId="478"/>
          <ac:spMkLst>
            <pc:docMk/>
            <pc:sldMk cId="1466272989" sldId="259"/>
            <ac:spMk id="3" creationId="{153AB0A5-B4D4-2CD7-B77D-ED3CBD2CBFF1}"/>
          </ac:spMkLst>
        </pc:spChg>
        <pc:spChg chg="add del mod">
          <ac:chgData name="정원치" userId="b2bdd3cb-5e0c-4e7a-8b69-6b894ad7028c" providerId="ADAL" clId="{FA53E6EA-9ACB-4B46-8716-2C276717DFA9}" dt="2026-06-18T23:44:45.847" v="947" actId="478"/>
          <ac:spMkLst>
            <pc:docMk/>
            <pc:sldMk cId="1466272989" sldId="259"/>
            <ac:spMk id="5" creationId="{6EB2757E-DEC0-8F2C-8E16-21C858545270}"/>
          </ac:spMkLst>
        </pc:spChg>
        <pc:graphicFrameChg chg="add del mod modGraphic">
          <ac:chgData name="정원치" userId="b2bdd3cb-5e0c-4e7a-8b69-6b894ad7028c" providerId="ADAL" clId="{FA53E6EA-9ACB-4B46-8716-2C276717DFA9}" dt="2026-06-18T23:48:53.765" v="1082" actId="478"/>
          <ac:graphicFrameMkLst>
            <pc:docMk/>
            <pc:sldMk cId="1466272989" sldId="259"/>
            <ac:graphicFrameMk id="6" creationId="{5E6A39E0-5692-3397-4A88-FEF041DBBF41}"/>
          </ac:graphicFrameMkLst>
        </pc:graphicFrameChg>
        <pc:graphicFrameChg chg="add mod modGraphic">
          <ac:chgData name="정원치" userId="b2bdd3cb-5e0c-4e7a-8b69-6b894ad7028c" providerId="ADAL" clId="{FA53E6EA-9ACB-4B46-8716-2C276717DFA9}" dt="2026-06-19T00:06:02.565" v="2216" actId="113"/>
          <ac:graphicFrameMkLst>
            <pc:docMk/>
            <pc:sldMk cId="1466272989" sldId="259"/>
            <ac:graphicFrameMk id="7" creationId="{3ED201CA-9B46-BA0E-B092-C2E23535D3FC}"/>
          </ac:graphicFrameMkLst>
        </pc:graphicFrameChg>
      </pc:sldChg>
      <pc:sldChg chg="modSp add mod ord">
        <pc:chgData name="정원치" userId="b2bdd3cb-5e0c-4e7a-8b69-6b894ad7028c" providerId="ADAL" clId="{FA53E6EA-9ACB-4B46-8716-2C276717DFA9}" dt="2026-06-18T23:48:41.139" v="1069"/>
        <pc:sldMkLst>
          <pc:docMk/>
          <pc:sldMk cId="1751908778" sldId="260"/>
        </pc:sldMkLst>
        <pc:spChg chg="mod">
          <ac:chgData name="정원치" userId="b2bdd3cb-5e0c-4e7a-8b69-6b894ad7028c" providerId="ADAL" clId="{FA53E6EA-9ACB-4B46-8716-2C276717DFA9}" dt="2026-06-18T23:48:39.342" v="1067" actId="20577"/>
          <ac:spMkLst>
            <pc:docMk/>
            <pc:sldMk cId="1751908778" sldId="260"/>
            <ac:spMk id="2" creationId="{FD3017EA-A6D1-39FD-0EDA-0E37BBD24391}"/>
          </ac:spMkLst>
        </pc:spChg>
      </pc:sldChg>
      <pc:sldChg chg="addSp delSp modSp add mod">
        <pc:chgData name="정원치" userId="b2bdd3cb-5e0c-4e7a-8b69-6b894ad7028c" providerId="ADAL" clId="{FA53E6EA-9ACB-4B46-8716-2C276717DFA9}" dt="2026-06-19T00:06:58.066" v="2223" actId="20577"/>
        <pc:sldMkLst>
          <pc:docMk/>
          <pc:sldMk cId="34148943" sldId="261"/>
        </pc:sldMkLst>
        <pc:spChg chg="mod">
          <ac:chgData name="정원치" userId="b2bdd3cb-5e0c-4e7a-8b69-6b894ad7028c" providerId="ADAL" clId="{FA53E6EA-9ACB-4B46-8716-2C276717DFA9}" dt="2026-06-18T23:50:12.454" v="1114" actId="20577"/>
          <ac:spMkLst>
            <pc:docMk/>
            <pc:sldMk cId="34148943" sldId="261"/>
            <ac:spMk id="2" creationId="{AE9C8EF9-B07D-DC44-715C-FAF36BE71CC5}"/>
          </ac:spMkLst>
        </pc:spChg>
        <pc:graphicFrameChg chg="add mod modGraphic">
          <ac:chgData name="정원치" userId="b2bdd3cb-5e0c-4e7a-8b69-6b894ad7028c" providerId="ADAL" clId="{FA53E6EA-9ACB-4B46-8716-2C276717DFA9}" dt="2026-06-19T00:06:58.066" v="2223" actId="20577"/>
          <ac:graphicFrameMkLst>
            <pc:docMk/>
            <pc:sldMk cId="34148943" sldId="261"/>
            <ac:graphicFrameMk id="3" creationId="{59AC9394-1D18-DA62-6A33-50BC0E307D08}"/>
          </ac:graphicFrameMkLst>
        </pc:graphicFrameChg>
        <pc:graphicFrameChg chg="del">
          <ac:chgData name="정원치" userId="b2bdd3cb-5e0c-4e7a-8b69-6b894ad7028c" providerId="ADAL" clId="{FA53E6EA-9ACB-4B46-8716-2C276717DFA9}" dt="2026-06-18T23:50:18.683" v="1115" actId="478"/>
          <ac:graphicFrameMkLst>
            <pc:docMk/>
            <pc:sldMk cId="34148943" sldId="261"/>
            <ac:graphicFrameMk id="7" creationId="{9D4F6781-54BA-3E0A-2186-C4E8F996CCBD}"/>
          </ac:graphicFrameMkLst>
        </pc:graphicFrameChg>
      </pc:sldChg>
      <pc:sldChg chg="add">
        <pc:chgData name="정원치" userId="b2bdd3cb-5e0c-4e7a-8b69-6b894ad7028c" providerId="ADAL" clId="{FA53E6EA-9ACB-4B46-8716-2C276717DFA9}" dt="2026-06-18T23:52:15.098" v="1288"/>
        <pc:sldMkLst>
          <pc:docMk/>
          <pc:sldMk cId="333721996" sldId="262"/>
        </pc:sldMkLst>
      </pc:sldChg>
      <pc:sldChg chg="addSp delSp modSp add mod">
        <pc:chgData name="정원치" userId="b2bdd3cb-5e0c-4e7a-8b69-6b894ad7028c" providerId="ADAL" clId="{FA53E6EA-9ACB-4B46-8716-2C276717DFA9}" dt="2026-06-19T00:04:44.159" v="2157" actId="20577"/>
        <pc:sldMkLst>
          <pc:docMk/>
          <pc:sldMk cId="4173162545" sldId="263"/>
        </pc:sldMkLst>
        <pc:spChg chg="mod">
          <ac:chgData name="정원치" userId="b2bdd3cb-5e0c-4e7a-8b69-6b894ad7028c" providerId="ADAL" clId="{FA53E6EA-9ACB-4B46-8716-2C276717DFA9}" dt="2026-06-19T00:02:24.898" v="1904" actId="20577"/>
          <ac:spMkLst>
            <pc:docMk/>
            <pc:sldMk cId="4173162545" sldId="263"/>
            <ac:spMk id="2" creationId="{A300C9D7-EE40-6BEF-74FA-0A98CFD943A6}"/>
          </ac:spMkLst>
        </pc:spChg>
        <pc:spChg chg="add mod">
          <ac:chgData name="정원치" userId="b2bdd3cb-5e0c-4e7a-8b69-6b894ad7028c" providerId="ADAL" clId="{FA53E6EA-9ACB-4B46-8716-2C276717DFA9}" dt="2026-06-19T00:04:44.159" v="2157" actId="20577"/>
          <ac:spMkLst>
            <pc:docMk/>
            <pc:sldMk cId="4173162545" sldId="263"/>
            <ac:spMk id="5" creationId="{473547DA-FD16-D11E-EFC3-E3493B3643F2}"/>
          </ac:spMkLst>
        </pc:spChg>
        <pc:spChg chg="add del">
          <ac:chgData name="정원치" userId="b2bdd3cb-5e0c-4e7a-8b69-6b894ad7028c" providerId="ADAL" clId="{FA53E6EA-9ACB-4B46-8716-2C276717DFA9}" dt="2026-06-19T00:03:21.132" v="2032" actId="22"/>
          <ac:spMkLst>
            <pc:docMk/>
            <pc:sldMk cId="4173162545" sldId="263"/>
            <ac:spMk id="7" creationId="{B38D559A-9E37-9B23-2473-D40D01C545DF}"/>
          </ac:spMkLst>
        </pc:spChg>
        <pc:graphicFrameChg chg="del">
          <ac:chgData name="정원치" userId="b2bdd3cb-5e0c-4e7a-8b69-6b894ad7028c" providerId="ADAL" clId="{FA53E6EA-9ACB-4B46-8716-2C276717DFA9}" dt="2026-06-19T00:02:25.571" v="1905" actId="478"/>
          <ac:graphicFrameMkLst>
            <pc:docMk/>
            <pc:sldMk cId="4173162545" sldId="263"/>
            <ac:graphicFrameMk id="3" creationId="{9F751D86-7C29-AC14-D02A-574B724DA6BB}"/>
          </ac:graphicFrameMkLst>
        </pc:graphicFrameChg>
      </pc:sldChg>
      <pc:sldChg chg="modSp add mod">
        <pc:chgData name="정원치" userId="b2bdd3cb-5e0c-4e7a-8b69-6b894ad7028c" providerId="ADAL" clId="{FA53E6EA-9ACB-4B46-8716-2C276717DFA9}" dt="2026-06-19T00:04:24.581" v="2121" actId="20577"/>
        <pc:sldMkLst>
          <pc:docMk/>
          <pc:sldMk cId="3584694013" sldId="264"/>
        </pc:sldMkLst>
        <pc:spChg chg="mod">
          <ac:chgData name="정원치" userId="b2bdd3cb-5e0c-4e7a-8b69-6b894ad7028c" providerId="ADAL" clId="{FA53E6EA-9ACB-4B46-8716-2C276717DFA9}" dt="2026-06-19T00:03:35.722" v="2090" actId="20577"/>
          <ac:spMkLst>
            <pc:docMk/>
            <pc:sldMk cId="3584694013" sldId="264"/>
            <ac:spMk id="2" creationId="{60067B04-ADFB-C22A-E547-F5CB5803CDB8}"/>
          </ac:spMkLst>
        </pc:spChg>
        <pc:spChg chg="mod">
          <ac:chgData name="정원치" userId="b2bdd3cb-5e0c-4e7a-8b69-6b894ad7028c" providerId="ADAL" clId="{FA53E6EA-9ACB-4B46-8716-2C276717DFA9}" dt="2026-06-19T00:04:24.581" v="2121" actId="20577"/>
          <ac:spMkLst>
            <pc:docMk/>
            <pc:sldMk cId="3584694013" sldId="264"/>
            <ac:spMk id="5" creationId="{3809B135-FB5A-EE4A-F6DC-7B5B59063306}"/>
          </ac:spMkLst>
        </pc:spChg>
      </pc:sldChg>
      <pc:sldChg chg="addSp delSp modSp add mod">
        <pc:chgData name="정원치" userId="b2bdd3cb-5e0c-4e7a-8b69-6b894ad7028c" providerId="ADAL" clId="{FA53E6EA-9ACB-4B46-8716-2C276717DFA9}" dt="2026-06-19T00:05:32.348" v="2212" actId="1076"/>
        <pc:sldMkLst>
          <pc:docMk/>
          <pc:sldMk cId="2202212789" sldId="265"/>
        </pc:sldMkLst>
        <pc:spChg chg="mod">
          <ac:chgData name="정원치" userId="b2bdd3cb-5e0c-4e7a-8b69-6b894ad7028c" providerId="ADAL" clId="{FA53E6EA-9ACB-4B46-8716-2C276717DFA9}" dt="2026-06-19T00:05:13.440" v="2208" actId="20577"/>
          <ac:spMkLst>
            <pc:docMk/>
            <pc:sldMk cId="2202212789" sldId="265"/>
            <ac:spMk id="2" creationId="{242FC029-38B5-4CDC-51BB-0D94AA339DE5}"/>
          </ac:spMkLst>
        </pc:spChg>
        <pc:spChg chg="del">
          <ac:chgData name="정원치" userId="b2bdd3cb-5e0c-4e7a-8b69-6b894ad7028c" providerId="ADAL" clId="{FA53E6EA-9ACB-4B46-8716-2C276717DFA9}" dt="2026-06-19T00:05:15.494" v="2209" actId="478"/>
          <ac:spMkLst>
            <pc:docMk/>
            <pc:sldMk cId="2202212789" sldId="265"/>
            <ac:spMk id="5" creationId="{3E57840C-AA81-97F3-F2B4-F1179E1A805C}"/>
          </ac:spMkLst>
        </pc:spChg>
        <pc:picChg chg="add mod">
          <ac:chgData name="정원치" userId="b2bdd3cb-5e0c-4e7a-8b69-6b894ad7028c" providerId="ADAL" clId="{FA53E6EA-9ACB-4B46-8716-2C276717DFA9}" dt="2026-06-19T00:05:32.348" v="2212" actId="1076"/>
          <ac:picMkLst>
            <pc:docMk/>
            <pc:sldMk cId="2202212789" sldId="265"/>
            <ac:picMk id="3" creationId="{06A31B26-8BCC-73C4-8956-F11036E9067E}"/>
          </ac:picMkLst>
        </pc:picChg>
      </pc:sldChg>
    </pc:docChg>
  </pc:docChgLst>
  <pc:docChgLst>
    <pc:chgData name="윤 정연" userId="S::2660340100@office.kopo.ac.kr::0c97b45c-59ec-470a-bbee-7de9fe3f6ad2" providerId="AD" clId="Web-{43D8E6E8-443C-9A03-B983-AE64BD1E6FD8}"/>
    <pc:docChg chg="modSld">
      <pc:chgData name="윤 정연" userId="S::2660340100@office.kopo.ac.kr::0c97b45c-59ec-470a-bbee-7de9fe3f6ad2" providerId="AD" clId="Web-{43D8E6E8-443C-9A03-B983-AE64BD1E6FD8}" dt="2026-06-19T04:13:40.348" v="3"/>
      <pc:docMkLst>
        <pc:docMk/>
      </pc:docMkLst>
      <pc:sldChg chg="modSp">
        <pc:chgData name="윤 정연" userId="S::2660340100@office.kopo.ac.kr::0c97b45c-59ec-470a-bbee-7de9fe3f6ad2" providerId="AD" clId="Web-{43D8E6E8-443C-9A03-B983-AE64BD1E6FD8}" dt="2026-06-19T04:13:40.348" v="3"/>
        <pc:sldMkLst>
          <pc:docMk/>
          <pc:sldMk cId="1466272989" sldId="259"/>
        </pc:sldMkLst>
        <pc:graphicFrameChg chg="mod modGraphic">
          <ac:chgData name="윤 정연" userId="S::2660340100@office.kopo.ac.kr::0c97b45c-59ec-470a-bbee-7de9fe3f6ad2" providerId="AD" clId="Web-{43D8E6E8-443C-9A03-B983-AE64BD1E6FD8}" dt="2026-06-19T04:13:40.348" v="3"/>
          <ac:graphicFrameMkLst>
            <pc:docMk/>
            <pc:sldMk cId="1466272989" sldId="259"/>
            <ac:graphicFrameMk id="7" creationId="{3ED201CA-9B46-BA0E-B092-C2E23535D3FC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5C554B-3A70-8DB7-C1F4-9218B357C7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9A3D241-DEAA-B1D3-18A2-01A07B3B71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E90816-9399-06B8-3C4D-7249E8343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13014-0F81-4D31-83D9-BE3E9B61EEAF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B08683-A151-056D-7FD2-6362C580B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0C8CC1-A4D8-07D2-D21F-0687FD8C4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FD535-154C-4461-B54B-D66BECEA04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5964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5BE24A-37E3-DF41-5E73-8B1DB822E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5B7273-EA33-F623-67CB-923E1A1659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5D8FE0-9F2E-CD8A-A9DD-921B28AC0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13014-0F81-4D31-83D9-BE3E9B61EEAF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0C4832-4764-49F0-2B7E-767D9CB52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461860-4823-5637-F34C-1974AE107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FD535-154C-4461-B54B-D66BECEA04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6330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57F227-1688-5455-5D3B-7789F2E09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ADF4D40-5B7F-4888-2A69-A299435EA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038F72-0552-5B35-20C4-F4FC007E8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13014-0F81-4D31-83D9-BE3E9B61EEAF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700981-B161-3013-A321-11B53A07F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FCD5D4-F58F-6B5E-6164-E35050093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FD535-154C-4461-B54B-D66BECEA04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1612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6B0694-D1D1-2B0E-29F3-61BD9FF69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618E50-379B-9D47-9D51-E91A78FE67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F475979-FA67-6E4B-8F65-00E013B4CF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07F3E7-C4A0-A8B9-264D-A0A632868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13014-0F81-4D31-83D9-BE3E9B61EEAF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4F24FA5-2CA3-EBDA-823B-D0AE89BDF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5977905-F392-51BE-9F05-7426E2B20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FD535-154C-4461-B54B-D66BECEA04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9160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9E79CD-8CE9-1B75-15CB-597593C84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A525BF9-D374-65D1-2ADE-450EA59B96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5002542-2A47-926A-A642-9EB2CD803E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8DDF638-ED65-BFD3-D93E-770126E5BD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E590F58-8CE1-D2DA-E06D-0A9CA7BDA9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32AC1E3-5736-DC6F-D9DC-9FBA269B6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13014-0F81-4D31-83D9-BE3E9B61EEAF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410D810-5CA2-DDF5-47AD-9220E2607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EE86FF5-A815-3AF4-8F83-368541031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FD535-154C-4461-B54B-D66BECEA04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1992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E21AFF-1004-44E2-8A20-0B36011AA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77A691F-2177-F072-6A4A-6115D0682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13014-0F81-4D31-83D9-BE3E9B61EEAF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530C69C-741A-2CC2-CC2E-31DE059BE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2F200BB-8FC3-EE34-DDA7-FE54E7BC8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FD535-154C-4461-B54B-D66BECEA04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5498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44BA62F-8FF4-330F-0D36-A233C160E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13014-0F81-4D31-83D9-BE3E9B61EEAF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DB18D17-2846-CF6A-F061-417291812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6B1B3B-E852-7DE8-9B6A-0D56CA3D4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FD535-154C-4461-B54B-D66BECEA04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0653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4718AA-EF31-4EDA-78A8-13544FA01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93DDF1-0748-14DF-1BEB-35AA881A55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EC40670-E492-2A4B-0BF9-D01D894C80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838E605-481D-26D6-4F55-C1DEB80D3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13014-0F81-4D31-83D9-BE3E9B61EEAF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2285052-66E7-C9B2-EE68-5F8210AE9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4830F89-C7E8-0847-9128-E300D2462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FD535-154C-4461-B54B-D66BECEA04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3225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6C8E40-EA6C-6CB5-A5BD-D47427A09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2AD25FB-DBE6-03FD-8D81-6E30DFB51A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8528BC-56AB-E8B7-0E54-C28C75AAE5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23A2C4-3C0F-A941-83B2-6EA74E6FA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13014-0F81-4D31-83D9-BE3E9B61EEAF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12DC713-9B9D-E736-F85C-42919336F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44538A1-7EE2-1759-FE1C-8873741C7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FD535-154C-4461-B54B-D66BECEA04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3257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7D3E94-48C3-5439-9FAD-DBEDC7582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E04D32-A7EA-6543-46B8-8D4D518433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635809-E620-8B81-882D-936F9D5CA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13014-0F81-4D31-83D9-BE3E9B61EEAF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AE0992-E6A2-8851-F3D4-3D6EDA002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4526A0-D979-6AD1-F107-5D94EC209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FD535-154C-4461-B54B-D66BECEA04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3252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9C0327B-3F83-BA1F-2701-688818A328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D7E7BF3-C2A4-E86A-B479-606CDD6C34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1B6914-ECC3-375F-AD50-289D47526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13014-0F81-4D31-83D9-BE3E9B61EEAF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CE667C-260F-1D38-8CFA-D7D9FBC6E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575584-EDB0-F5D4-C9A2-79B850025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FD535-154C-4461-B54B-D66BECEA04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3132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FA3FC45-55DE-EF1D-892A-F4C2A9619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2669AA9-55EE-B0FA-6E81-E9E9217E2E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615B06-E1E3-11AA-E9D2-05B46F4B58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813014-0F81-4D31-83D9-BE3E9B61EEAF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DA9A1E-08A9-701E-32EF-D827ED6E78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F71918-B028-EDD7-0A86-D7EB41FBD6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CFD535-154C-4461-B54B-D66BECEA04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3424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3FF626-067F-A2A3-DE51-CA7B140D16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439862"/>
          </a:xfrm>
        </p:spPr>
        <p:txBody>
          <a:bodyPr/>
          <a:lstStyle/>
          <a:p>
            <a:r>
              <a:rPr lang="ko-KR" altLang="en-US"/>
              <a:t>개발 프로젝트</a:t>
            </a:r>
            <a:r>
              <a:rPr lang="en-US" altLang="ko-KR"/>
              <a:t>(with AI)</a:t>
            </a:r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70EEFEE-5AF3-0E27-BAE4-87B16C9ECB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ko-KR"/>
          </a:p>
          <a:p>
            <a:r>
              <a:rPr lang="ko-KR" altLang="en-US"/>
              <a:t>데이터분석과</a:t>
            </a:r>
          </a:p>
        </p:txBody>
      </p:sp>
    </p:spTree>
    <p:extLst>
      <p:ext uri="{BB962C8B-B14F-4D97-AF65-F5344CB8AC3E}">
        <p14:creationId xmlns:p14="http://schemas.microsoft.com/office/powerpoint/2010/main" val="570239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751FC79-C51B-DE42-B389-2A2ABBC0C0F2}"/>
              </a:ext>
            </a:extLst>
          </p:cNvPr>
          <p:cNvSpPr txBox="1"/>
          <p:nvPr/>
        </p:nvSpPr>
        <p:spPr>
          <a:xfrm>
            <a:off x="152400" y="190500"/>
            <a:ext cx="55178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/>
              <a:t>곧 마주칠</a:t>
            </a:r>
            <a:r>
              <a:rPr lang="en-US" altLang="ko-KR" sz="3600"/>
              <a:t>, </a:t>
            </a:r>
            <a:r>
              <a:rPr lang="ko-KR" altLang="en-US" sz="3600"/>
              <a:t>너와 </a:t>
            </a:r>
            <a:r>
              <a:rPr lang="en-US" altLang="ko-KR" sz="3600"/>
              <a:t>AI</a:t>
            </a:r>
            <a:r>
              <a:rPr lang="ko-KR" altLang="en-US" sz="3600"/>
              <a:t>의 관계</a:t>
            </a:r>
          </a:p>
        </p:txBody>
      </p:sp>
      <p:pic>
        <p:nvPicPr>
          <p:cNvPr id="1026" name="Picture 2" descr="피카츄(한지우) - 나무위키">
            <a:extLst>
              <a:ext uri="{FF2B5EF4-FFF2-40B4-BE49-F238E27FC236}">
                <a16:creationId xmlns:a16="http://schemas.microsoft.com/office/drawing/2014/main" id="{44B46A57-8215-3F60-34D4-3C178BDDBC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962414"/>
            <a:ext cx="3799298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31AD232-A505-B012-2667-2666B476BF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0233" y="1257300"/>
            <a:ext cx="3467584" cy="3791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550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5CEC7-4692-C95E-0DC4-74CDE934D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A69E07-47AB-D572-071A-8EA38998E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앱인 토스 앱 구현하기 프로젝트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24C84E-9339-6D9D-8153-B0DF5FC488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프로젝트 목적</a:t>
            </a:r>
            <a:endParaRPr lang="en-US" altLang="ko-KR"/>
          </a:p>
          <a:p>
            <a:pPr marL="457200" lvl="1" indent="0">
              <a:buNone/>
            </a:pPr>
            <a:r>
              <a:rPr lang="en-US" altLang="ko-KR"/>
              <a:t>1. </a:t>
            </a:r>
            <a:r>
              <a:rPr lang="ko-KR" altLang="en-US"/>
              <a:t>상용 앱을 구현하면서</a:t>
            </a:r>
            <a:r>
              <a:rPr lang="en-US" altLang="ko-KR"/>
              <a:t>, </a:t>
            </a:r>
            <a:r>
              <a:rPr lang="ko-KR" altLang="en-US"/>
              <a:t>기획</a:t>
            </a:r>
            <a:r>
              <a:rPr lang="en-US" altLang="ko-KR"/>
              <a:t>-</a:t>
            </a:r>
            <a:r>
              <a:rPr lang="ko-KR" altLang="en-US"/>
              <a:t>구현</a:t>
            </a:r>
            <a:r>
              <a:rPr lang="en-US" altLang="ko-KR"/>
              <a:t>-</a:t>
            </a:r>
            <a:r>
              <a:rPr lang="ko-KR" altLang="en-US"/>
              <a:t>테스트</a:t>
            </a:r>
            <a:r>
              <a:rPr lang="en-US" altLang="ko-KR"/>
              <a:t>-</a:t>
            </a:r>
            <a:r>
              <a:rPr lang="ko-KR" altLang="en-US"/>
              <a:t>배포의 사이클을 이해한다</a:t>
            </a:r>
            <a:r>
              <a:rPr lang="en-US" altLang="ko-KR"/>
              <a:t>. </a:t>
            </a:r>
          </a:p>
          <a:p>
            <a:pPr marL="457200" lvl="1" indent="0">
              <a:buNone/>
            </a:pPr>
            <a:r>
              <a:rPr lang="ko-KR" altLang="en-US"/>
              <a:t>   특히</a:t>
            </a:r>
            <a:r>
              <a:rPr lang="en-US" altLang="ko-KR"/>
              <a:t>, </a:t>
            </a:r>
            <a:r>
              <a:rPr lang="ko-KR" altLang="en-US"/>
              <a:t>기업 개발에 필요한 도큐먼트를 읽고 스펙에 맞는 설계와 구현</a:t>
            </a:r>
            <a:endParaRPr lang="en-US" altLang="ko-KR"/>
          </a:p>
          <a:p>
            <a:pPr marL="457200" lvl="1" indent="0">
              <a:buNone/>
            </a:pPr>
            <a:r>
              <a:rPr lang="en-US" altLang="ko-KR"/>
              <a:t>   </a:t>
            </a:r>
            <a:r>
              <a:rPr lang="ko-KR" altLang="en-US"/>
              <a:t>검수에 대한 전반적인 흐름을 이해한다</a:t>
            </a:r>
            <a:r>
              <a:rPr lang="en-US" altLang="ko-KR"/>
              <a:t>. </a:t>
            </a:r>
          </a:p>
          <a:p>
            <a:pPr marL="457200" lvl="1" indent="0">
              <a:buNone/>
            </a:pPr>
            <a:endParaRPr lang="en-US" altLang="ko-KR"/>
          </a:p>
          <a:p>
            <a:pPr marL="457200" lvl="1" indent="0">
              <a:buNone/>
            </a:pPr>
            <a:r>
              <a:rPr lang="en-US" altLang="ko-KR"/>
              <a:t>2. </a:t>
            </a:r>
            <a:r>
              <a:rPr lang="ko-KR" altLang="en-US"/>
              <a:t>인공지능을 에이전트로 진화 시키는 방법에 대한 이해</a:t>
            </a:r>
            <a:endParaRPr lang="en-US" altLang="ko-KR"/>
          </a:p>
          <a:p>
            <a:pPr marL="457200" lvl="1" indent="0">
              <a:buNone/>
            </a:pPr>
            <a:r>
              <a:rPr lang="en-US" altLang="ko-KR"/>
              <a:t>   </a:t>
            </a:r>
            <a:r>
              <a:rPr lang="ko-KR" altLang="en-US"/>
              <a:t>단순한 결과 도출이 아닌 특정 목적의 구현의 파이프 라인구축</a:t>
            </a:r>
            <a:endParaRPr lang="en-US" altLang="ko-KR"/>
          </a:p>
          <a:p>
            <a:pPr marL="457200" lvl="1" indent="0">
              <a:buNone/>
            </a:pPr>
            <a:r>
              <a:rPr lang="en-US" altLang="ko-KR"/>
              <a:t>   </a:t>
            </a:r>
            <a:r>
              <a:rPr lang="ko-KR" altLang="en-US"/>
              <a:t>구축된 파이프 라인이 에이전트화 되면</a:t>
            </a:r>
            <a:r>
              <a:rPr lang="en-US" altLang="ko-KR"/>
              <a:t>, </a:t>
            </a:r>
          </a:p>
          <a:p>
            <a:pPr marL="457200" lvl="1" indent="0">
              <a:buNone/>
            </a:pPr>
            <a:r>
              <a:rPr lang="en-US" altLang="ko-KR"/>
              <a:t>   &gt; </a:t>
            </a:r>
            <a:r>
              <a:rPr lang="ko-KR" altLang="en-US"/>
              <a:t>이후 아이디어는 앱을 만드는 데 노력이 적게 </a:t>
            </a:r>
            <a:r>
              <a:rPr lang="ko-KR" altLang="en-US" err="1"/>
              <a:t>듬</a:t>
            </a:r>
            <a:endParaRPr lang="ko-KR" altLang="en-US"/>
          </a:p>
          <a:p>
            <a:pPr marL="457200" lvl="1" indent="0">
              <a:buNone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721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CB28B1-F657-4637-B575-AFF2EFC89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앱인 토스 앱 구현하기 프로젝트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24EA8C3A-BE9F-B84B-6589-1A0647C2E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일정</a:t>
            </a:r>
            <a:endParaRPr lang="en-US" altLang="ko-KR"/>
          </a:p>
          <a:p>
            <a:pPr lvl="1"/>
            <a:r>
              <a:rPr lang="en-US" altLang="ko-KR"/>
              <a:t>6</a:t>
            </a:r>
            <a:r>
              <a:rPr lang="ko-KR" altLang="en-US"/>
              <a:t>월 </a:t>
            </a:r>
            <a:r>
              <a:rPr lang="en-US" altLang="ko-KR"/>
              <a:t>19</a:t>
            </a:r>
            <a:r>
              <a:rPr lang="ko-KR" altLang="en-US"/>
              <a:t>일 </a:t>
            </a:r>
            <a:r>
              <a:rPr lang="en-US" altLang="ko-KR"/>
              <a:t>13:00 </a:t>
            </a:r>
            <a:r>
              <a:rPr lang="ko-KR" altLang="en-US"/>
              <a:t>부터 </a:t>
            </a:r>
            <a:r>
              <a:rPr lang="en-US" altLang="ko-KR"/>
              <a:t>6</a:t>
            </a:r>
            <a:r>
              <a:rPr lang="ko-KR" altLang="en-US"/>
              <a:t>월 </a:t>
            </a:r>
            <a:r>
              <a:rPr lang="en-US" altLang="ko-KR"/>
              <a:t>26</a:t>
            </a:r>
            <a:r>
              <a:rPr lang="ko-KR" altLang="en-US"/>
              <a:t>일 까지</a:t>
            </a:r>
            <a:endParaRPr lang="en-US" altLang="ko-KR"/>
          </a:p>
          <a:p>
            <a:pPr lvl="1"/>
            <a:r>
              <a:rPr lang="ko-KR" altLang="en-US"/>
              <a:t>결과 발표회 </a:t>
            </a:r>
            <a:r>
              <a:rPr lang="en-US" altLang="ko-KR"/>
              <a:t>: 6</a:t>
            </a:r>
            <a:r>
              <a:rPr lang="ko-KR" altLang="en-US"/>
              <a:t>월 </a:t>
            </a:r>
            <a:r>
              <a:rPr lang="en-US" altLang="ko-KR"/>
              <a:t>26</a:t>
            </a:r>
            <a:r>
              <a:rPr lang="ko-KR" altLang="en-US"/>
              <a:t>일 오후 </a:t>
            </a:r>
            <a:r>
              <a:rPr lang="en-US" altLang="ko-KR"/>
              <a:t>2</a:t>
            </a:r>
            <a:r>
              <a:rPr lang="ko-KR" altLang="en-US"/>
              <a:t>시 부터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주제 </a:t>
            </a:r>
            <a:r>
              <a:rPr lang="en-US" altLang="ko-KR"/>
              <a:t>: </a:t>
            </a:r>
            <a:r>
              <a:rPr lang="ko-KR" altLang="en-US"/>
              <a:t>자유</a:t>
            </a:r>
            <a:endParaRPr lang="en-US" altLang="ko-KR"/>
          </a:p>
          <a:p>
            <a:pPr lvl="1"/>
            <a:r>
              <a:rPr lang="ko-KR" altLang="en-US"/>
              <a:t>서비스형태 </a:t>
            </a:r>
            <a:r>
              <a:rPr lang="en-US" altLang="ko-KR"/>
              <a:t>: </a:t>
            </a:r>
            <a:r>
              <a:rPr lang="ko-KR" altLang="en-US" err="1"/>
              <a:t>앱인토스에</a:t>
            </a:r>
            <a:r>
              <a:rPr lang="ko-KR" altLang="en-US"/>
              <a:t> 등재 가능한 모든 형태</a:t>
            </a:r>
            <a:endParaRPr lang="en-US" altLang="ko-KR"/>
          </a:p>
          <a:p>
            <a:pPr lvl="1"/>
            <a:r>
              <a:rPr lang="ko-KR" altLang="en-US"/>
              <a:t>서버에</a:t>
            </a:r>
            <a:r>
              <a:rPr lang="en-US" altLang="ko-KR"/>
              <a:t> </a:t>
            </a:r>
            <a:r>
              <a:rPr lang="ko-KR" altLang="en-US"/>
              <a:t>배포된 서비스</a:t>
            </a:r>
            <a:r>
              <a:rPr lang="en-US" altLang="ko-KR"/>
              <a:t>(</a:t>
            </a:r>
            <a:r>
              <a:rPr lang="ko-KR" altLang="en-US"/>
              <a:t>언어 제약 없음</a:t>
            </a:r>
            <a:r>
              <a:rPr lang="en-US" altLang="ko-KR"/>
              <a:t>)</a:t>
            </a:r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marL="0" indent="0">
              <a:buNone/>
            </a:pPr>
            <a:r>
              <a:rPr lang="en-US" altLang="ko-KR" sz="2000" i="1"/>
              <a:t>-</a:t>
            </a:r>
            <a:r>
              <a:rPr lang="ko-KR" altLang="en-US" sz="2000" i="1"/>
              <a:t> </a:t>
            </a:r>
            <a:r>
              <a:rPr lang="ko-KR" altLang="en-US" sz="2000" i="1" err="1"/>
              <a:t>시스원</a:t>
            </a:r>
            <a:r>
              <a:rPr lang="ko-KR" altLang="en-US" sz="2000" i="1"/>
              <a:t> 방문 </a:t>
            </a:r>
            <a:r>
              <a:rPr lang="en-US" altLang="ko-KR" sz="2000" i="1"/>
              <a:t>6</a:t>
            </a:r>
            <a:r>
              <a:rPr lang="ko-KR" altLang="en-US" sz="2000" i="1"/>
              <a:t>월 </a:t>
            </a:r>
            <a:r>
              <a:rPr lang="en-US" altLang="ko-KR" sz="2000" i="1"/>
              <a:t>25</a:t>
            </a:r>
            <a:r>
              <a:rPr lang="ko-KR" altLang="en-US" sz="2000" i="1"/>
              <a:t>일 포함</a:t>
            </a:r>
            <a:endParaRPr lang="en-US" altLang="ko-KR" i="1"/>
          </a:p>
          <a:p>
            <a:pPr marL="0" indent="0">
              <a:buNone/>
            </a:pPr>
            <a:endParaRPr lang="en-US" altLang="ko-KR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4198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0271B-1C0B-F312-E454-ABAC90EF6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3017EA-A6D1-39FD-0EDA-0E37BBD24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825" y="200026"/>
            <a:ext cx="10515600" cy="762000"/>
          </a:xfrm>
        </p:spPr>
        <p:txBody>
          <a:bodyPr/>
          <a:lstStyle/>
          <a:p>
            <a:r>
              <a:rPr lang="en-US" altLang="ko-KR"/>
              <a:t>1. </a:t>
            </a:r>
            <a:r>
              <a:rPr lang="ko-KR" altLang="en-US"/>
              <a:t>프로젝트 미팅 규칙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B3298207-362F-C521-11CF-39FF5A84F427}"/>
              </a:ext>
            </a:extLst>
          </p:cNvPr>
          <p:cNvGraphicFramePr>
            <a:graphicFrameLocks noGrp="1"/>
          </p:cNvGraphicFramePr>
          <p:nvPr/>
        </p:nvGraphicFramePr>
        <p:xfrm>
          <a:off x="648335" y="1606151"/>
          <a:ext cx="10353040" cy="289917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66240">
                  <a:extLst>
                    <a:ext uri="{9D8B030D-6E8A-4147-A177-3AD203B41FA5}">
                      <a16:colId xmlns:a16="http://schemas.microsoft.com/office/drawing/2014/main" val="1862144721"/>
                    </a:ext>
                  </a:extLst>
                </a:gridCol>
                <a:gridCol w="2619375">
                  <a:extLst>
                    <a:ext uri="{9D8B030D-6E8A-4147-A177-3AD203B41FA5}">
                      <a16:colId xmlns:a16="http://schemas.microsoft.com/office/drawing/2014/main" val="79232348"/>
                    </a:ext>
                  </a:extLst>
                </a:gridCol>
                <a:gridCol w="6067425">
                  <a:extLst>
                    <a:ext uri="{9D8B030D-6E8A-4147-A177-3AD203B41FA5}">
                      <a16:colId xmlns:a16="http://schemas.microsoft.com/office/drawing/2014/main" val="2987783937"/>
                    </a:ext>
                  </a:extLst>
                </a:gridCol>
              </a:tblGrid>
              <a:tr h="657349"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ko-KR" sz="1600">
                          <a:effectLst/>
                        </a:rPr>
                        <a:t>구분</a:t>
                      </a:r>
                      <a:endParaRPr lang="ko-KR" sz="18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ko-KR" sz="1600">
                          <a:effectLst/>
                        </a:rPr>
                        <a:t>시간</a:t>
                      </a:r>
                      <a:r>
                        <a:rPr lang="en-US" sz="1600">
                          <a:effectLst/>
                        </a:rPr>
                        <a:t>/</a:t>
                      </a:r>
                      <a:r>
                        <a:rPr lang="ko-KR" sz="1600">
                          <a:effectLst/>
                        </a:rPr>
                        <a:t>방식</a:t>
                      </a:r>
                      <a:endParaRPr lang="ko-KR" sz="18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ko-KR" sz="1600">
                          <a:effectLst/>
                        </a:rPr>
                        <a:t>내용</a:t>
                      </a:r>
                      <a:endParaRPr lang="ko-KR" sz="18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3589374468"/>
                  </a:ext>
                </a:extLst>
              </a:tr>
              <a:tr h="1051759"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ko-KR" sz="1600">
                          <a:effectLst/>
                        </a:rPr>
                        <a:t>팀장 미팅</a:t>
                      </a:r>
                      <a:endParaRPr lang="ko-KR" sz="18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latinLnBrk="1">
                        <a:buNone/>
                      </a:pPr>
                      <a:r>
                        <a:rPr lang="ko-KR" sz="1600">
                          <a:effectLst/>
                        </a:rPr>
                        <a:t>매일</a:t>
                      </a:r>
                      <a:r>
                        <a:rPr lang="en-US" sz="1600">
                          <a:effectLst/>
                        </a:rPr>
                        <a:t> 09:05 </a:t>
                      </a:r>
                      <a:r>
                        <a:rPr lang="ko-KR" sz="1600">
                          <a:effectLst/>
                        </a:rPr>
                        <a:t>교수 연구실</a:t>
                      </a:r>
                      <a:endParaRPr lang="ko-KR" sz="18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latinLnBrk="1">
                        <a:buNone/>
                      </a:pPr>
                      <a:r>
                        <a:rPr lang="ko-KR" sz="1600">
                          <a:effectLst/>
                        </a:rPr>
                        <a:t>팀원 근태 파악</a:t>
                      </a:r>
                      <a:r>
                        <a:rPr lang="en-US" sz="1600">
                          <a:effectLst/>
                        </a:rPr>
                        <a:t>, </a:t>
                      </a:r>
                      <a:r>
                        <a:rPr lang="ko-KR" sz="1600">
                          <a:effectLst/>
                        </a:rPr>
                        <a:t>전날 성과 요약</a:t>
                      </a:r>
                      <a:r>
                        <a:rPr lang="en-US" sz="1600">
                          <a:effectLst/>
                        </a:rPr>
                        <a:t>, </a:t>
                      </a:r>
                      <a:r>
                        <a:rPr lang="ko-KR" sz="1600">
                          <a:effectLst/>
                        </a:rPr>
                        <a:t>오늘 할 일 보고</a:t>
                      </a:r>
                      <a:r>
                        <a:rPr lang="en-US" sz="1600">
                          <a:effectLst/>
                        </a:rPr>
                        <a:t> (</a:t>
                      </a:r>
                      <a:r>
                        <a:rPr lang="ko-KR" sz="1600">
                          <a:effectLst/>
                        </a:rPr>
                        <a:t>스탠드업 형식</a:t>
                      </a:r>
                      <a:r>
                        <a:rPr lang="en-US" sz="1600">
                          <a:effectLst/>
                        </a:rPr>
                        <a:t>)</a:t>
                      </a:r>
                      <a:endParaRPr lang="ko-KR" sz="18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963666766"/>
                  </a:ext>
                </a:extLst>
              </a:tr>
              <a:tr h="1190064"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ko-KR" sz="1600">
                          <a:effectLst/>
                        </a:rPr>
                        <a:t>팀 미팅</a:t>
                      </a:r>
                      <a:endParaRPr lang="ko-KR" sz="18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latinLnBrk="1">
                        <a:buNone/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r>
                        <a:rPr lang="ko-KR" sz="1600">
                          <a:effectLst/>
                        </a:rPr>
                        <a:t>회</a:t>
                      </a:r>
                      <a:r>
                        <a:rPr lang="en-US" sz="1600">
                          <a:effectLst/>
                        </a:rPr>
                        <a:t>/1</a:t>
                      </a:r>
                      <a:r>
                        <a:rPr lang="ko-KR" sz="1600">
                          <a:effectLst/>
                        </a:rPr>
                        <a:t>일</a:t>
                      </a:r>
                      <a:r>
                        <a:rPr lang="en-US" sz="1600">
                          <a:effectLst/>
                        </a:rPr>
                        <a:t> 30</a:t>
                      </a:r>
                      <a:r>
                        <a:rPr lang="ko-KR" sz="1600">
                          <a:effectLst/>
                        </a:rPr>
                        <a:t>분 이내</a:t>
                      </a:r>
                      <a:endParaRPr lang="ko-KR" sz="18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latinLnBrk="1">
                        <a:buNone/>
                      </a:pPr>
                      <a:r>
                        <a:rPr lang="ko-KR" sz="1600">
                          <a:effectLst/>
                        </a:rPr>
                        <a:t>산출물 기준 진행 상황 팀별 보고</a:t>
                      </a:r>
                      <a:r>
                        <a:rPr lang="en-US" sz="1600">
                          <a:effectLst/>
                        </a:rPr>
                        <a:t>. </a:t>
                      </a:r>
                      <a:r>
                        <a:rPr lang="ko-KR" sz="1600">
                          <a:effectLst/>
                        </a:rPr>
                        <a:t>미팅 일자는 반드시 기록</a:t>
                      </a:r>
                      <a:endParaRPr lang="en-US" altLang="ko-KR" sz="1600">
                        <a:effectLst/>
                      </a:endParaRPr>
                    </a:p>
                    <a:p>
                      <a:pPr latinLnBrk="1">
                        <a:buNone/>
                      </a:pPr>
                      <a:endParaRPr lang="en-US" altLang="ko-KR" sz="16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  <a:p>
                      <a:pPr latinLnBrk="1">
                        <a:buNone/>
                      </a:pPr>
                      <a:r>
                        <a:rPr lang="ko-KR" altLang="en-US" sz="16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rPr>
                        <a:t>팀장 미팅 이후 미팅 시간을 팀 달력에 기록</a:t>
                      </a:r>
                      <a:endParaRPr lang="ko-KR" sz="18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37546286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19087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B6F06-3EF3-AC58-393C-D0CCBBAAD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1F4FE1-BAAF-D155-5373-74634A554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825" y="200026"/>
            <a:ext cx="10515600" cy="762000"/>
          </a:xfrm>
        </p:spPr>
        <p:txBody>
          <a:bodyPr/>
          <a:lstStyle/>
          <a:p>
            <a:r>
              <a:rPr lang="en-US" altLang="ko-KR"/>
              <a:t>2. </a:t>
            </a:r>
            <a:r>
              <a:rPr lang="ko-KR" altLang="en-US"/>
              <a:t>최종 제출 산출물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3ED201CA-9B46-BA0E-B092-C2E23535D3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3092700"/>
              </p:ext>
            </p:extLst>
          </p:nvPr>
        </p:nvGraphicFramePr>
        <p:xfrm>
          <a:off x="648335" y="1328181"/>
          <a:ext cx="10429240" cy="4201637"/>
        </p:xfrm>
        <a:graphic>
          <a:graphicData uri="http://schemas.openxmlformats.org/drawingml/2006/table">
            <a:tbl>
              <a:tblPr firstRow="1" firstCol="1" bandRow="1">
                <a:tableStyleId>{D7AC3CCA-C797-4891-BE02-D94E43425B78}</a:tableStyleId>
              </a:tblPr>
              <a:tblGrid>
                <a:gridCol w="5214620">
                  <a:extLst>
                    <a:ext uri="{9D8B030D-6E8A-4147-A177-3AD203B41FA5}">
                      <a16:colId xmlns:a16="http://schemas.microsoft.com/office/drawing/2014/main" val="2564267378"/>
                    </a:ext>
                  </a:extLst>
                </a:gridCol>
                <a:gridCol w="5214620">
                  <a:extLst>
                    <a:ext uri="{9D8B030D-6E8A-4147-A177-3AD203B41FA5}">
                      <a16:colId xmlns:a16="http://schemas.microsoft.com/office/drawing/2014/main" val="2032689507"/>
                    </a:ext>
                  </a:extLst>
                </a:gridCol>
              </a:tblGrid>
              <a:tr h="454723"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ko-KR" sz="1800">
                          <a:effectLst/>
                        </a:rPr>
                        <a:t>관리</a:t>
                      </a:r>
                      <a:r>
                        <a:rPr lang="en-US" sz="1800">
                          <a:effectLst/>
                        </a:rPr>
                        <a:t>/</a:t>
                      </a:r>
                      <a:r>
                        <a:rPr lang="ko-KR" sz="1800">
                          <a:effectLst/>
                        </a:rPr>
                        <a:t>기획 문서</a:t>
                      </a:r>
                      <a:endParaRPr lang="ko-KR" sz="2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ko-KR" sz="1800">
                          <a:effectLst/>
                        </a:rPr>
                        <a:t>설계</a:t>
                      </a:r>
                      <a:r>
                        <a:rPr lang="en-US" sz="1800">
                          <a:effectLst/>
                        </a:rPr>
                        <a:t>/</a:t>
                      </a:r>
                      <a:r>
                        <a:rPr lang="ko-KR" sz="1800">
                          <a:effectLst/>
                        </a:rPr>
                        <a:t>개발 산출물</a:t>
                      </a:r>
                      <a:endParaRPr lang="ko-KR" sz="2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1714139206"/>
                  </a:ext>
                </a:extLst>
              </a:tr>
              <a:tr h="2023515">
                <a:tc>
                  <a:txBody>
                    <a:bodyPr/>
                    <a:lstStyle/>
                    <a:p>
                      <a:pPr marL="342900" lvl="0" indent="-342900"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2000" b="0">
                          <a:effectLst/>
                        </a:rPr>
                        <a:t>WBS</a:t>
                      </a:r>
                      <a:endParaRPr lang="ko-KR" sz="2000" b="0">
                        <a:effectLst/>
                      </a:endParaRPr>
                    </a:p>
                    <a:p>
                      <a:pPr marL="342900" lvl="0" indent="-342900"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sz="2000" b="0">
                          <a:effectLst/>
                        </a:rPr>
                        <a:t>회의록</a:t>
                      </a:r>
                    </a:p>
                    <a:p>
                      <a:pPr marL="342900" lvl="0" indent="-342900"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sz="2000" b="0">
                          <a:effectLst/>
                        </a:rPr>
                        <a:t>종료보고서</a:t>
                      </a:r>
                    </a:p>
                    <a:p>
                      <a:pPr marL="342900" lvl="0" indent="-342900"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sz="2000" b="0">
                          <a:effectLst/>
                        </a:rPr>
                        <a:t>프로그램 목록</a:t>
                      </a:r>
                      <a:endParaRPr lang="ko-KR" sz="2000" b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101600" marR="101600" marT="63500" marB="63500"/>
                </a:tc>
                <a:tc>
                  <a:txBody>
                    <a:bodyPr/>
                    <a:lstStyle/>
                    <a:p>
                      <a:pPr marL="342900" lvl="0" indent="-342900"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sz="2000" b="0">
                          <a:effectLst/>
                        </a:rPr>
                        <a:t>서비스 기능 정의서</a:t>
                      </a:r>
                    </a:p>
                    <a:p>
                      <a:pPr marL="342900" lvl="0" indent="-342900"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sz="2000" b="0">
                          <a:effectLst/>
                        </a:rPr>
                        <a:t>화면설계서</a:t>
                      </a:r>
                    </a:p>
                    <a:p>
                      <a:pPr marL="342900" lvl="0" indent="-342900"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sz="2000" b="0">
                          <a:effectLst/>
                        </a:rPr>
                        <a:t>시스템 구성도</a:t>
                      </a:r>
                    </a:p>
                    <a:p>
                      <a:pPr marL="342900" lvl="0" indent="-342900"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sz="2000" b="0">
                          <a:effectLst/>
                        </a:rPr>
                        <a:t>테이블 정의서</a:t>
                      </a:r>
                    </a:p>
                    <a:p>
                      <a:pPr marL="342900" lvl="0" indent="-342900"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sz="2000" b="0">
                          <a:effectLst/>
                        </a:rPr>
                        <a:t>프로그램 설계서</a:t>
                      </a:r>
                      <a:endParaRPr lang="ko-KR" sz="2000" b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101600" marR="101600" marT="63500" marB="63500"/>
                </a:tc>
                <a:extLst>
                  <a:ext uri="{0D108BD9-81ED-4DB2-BD59-A6C34878D82A}">
                    <a16:rowId xmlns:a16="http://schemas.microsoft.com/office/drawing/2014/main" val="52835861"/>
                  </a:ext>
                </a:extLst>
              </a:tr>
              <a:tr h="454723"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ko-KR" sz="1800">
                          <a:effectLst/>
                        </a:rPr>
                        <a:t>개발 산출물</a:t>
                      </a:r>
                      <a:endParaRPr lang="ko-KR" sz="2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ko-KR" sz="1800">
                          <a:effectLst/>
                        </a:rPr>
                        <a:t>테스트</a:t>
                      </a:r>
                      <a:r>
                        <a:rPr lang="en-US" sz="1800">
                          <a:effectLst/>
                        </a:rPr>
                        <a:t> / </a:t>
                      </a:r>
                      <a:r>
                        <a:rPr lang="ko-KR" sz="1800">
                          <a:effectLst/>
                        </a:rPr>
                        <a:t>매뉴얼</a:t>
                      </a:r>
                      <a:endParaRPr lang="ko-KR" sz="2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1964002677"/>
                  </a:ext>
                </a:extLst>
              </a:tr>
              <a:tr h="1268676">
                <a:tc>
                  <a:txBody>
                    <a:bodyPr/>
                    <a:lstStyle/>
                    <a:p>
                      <a:pPr marL="342900" lvl="0" indent="-342900"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sz="2000" b="0">
                          <a:effectLst/>
                        </a:rPr>
                        <a:t>프로그램 소스코드</a:t>
                      </a:r>
                      <a:endParaRPr lang="en-US" altLang="ko-KR" sz="2000" b="0">
                        <a:effectLst/>
                      </a:endParaRPr>
                    </a:p>
                  </a:txBody>
                  <a:tcPr marL="101600" marR="101600" marT="63500" marB="63500"/>
                </a:tc>
                <a:tc>
                  <a:txBody>
                    <a:bodyPr/>
                    <a:lstStyle/>
                    <a:p>
                      <a:pPr marL="342900" lvl="0" indent="-342900"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sz="2000" b="0">
                          <a:effectLst/>
                        </a:rPr>
                        <a:t>단위테스트 계획서</a:t>
                      </a:r>
                      <a:r>
                        <a:rPr lang="en-US" sz="2000" b="0">
                          <a:effectLst/>
                        </a:rPr>
                        <a:t> · </a:t>
                      </a:r>
                      <a:r>
                        <a:rPr lang="ko-KR" sz="2000" b="0">
                          <a:effectLst/>
                        </a:rPr>
                        <a:t>결과서</a:t>
                      </a:r>
                    </a:p>
                    <a:p>
                      <a:pPr marL="342900" lvl="0" indent="-342900"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sz="2000" b="0">
                          <a:effectLst/>
                        </a:rPr>
                        <a:t>통합테스트 계획서</a:t>
                      </a:r>
                      <a:r>
                        <a:rPr lang="en-US" sz="2000" b="0">
                          <a:effectLst/>
                        </a:rPr>
                        <a:t> · </a:t>
                      </a:r>
                      <a:r>
                        <a:rPr lang="ko-KR" sz="2000" b="0">
                          <a:effectLst/>
                        </a:rPr>
                        <a:t>결과서</a:t>
                      </a:r>
                    </a:p>
                    <a:p>
                      <a:pPr marL="342900" lvl="0" indent="-342900"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sz="2000" b="0">
                          <a:effectLst/>
                        </a:rPr>
                        <a:t>사용자 매뉴얼</a:t>
                      </a:r>
                      <a:endParaRPr lang="ko-KR" sz="2000" b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101600" marR="101600" marT="63500" marB="63500"/>
                </a:tc>
                <a:extLst>
                  <a:ext uri="{0D108BD9-81ED-4DB2-BD59-A6C34878D82A}">
                    <a16:rowId xmlns:a16="http://schemas.microsoft.com/office/drawing/2014/main" val="35522975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6272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1609A-B2C4-B4CA-25C8-BA4E55E69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9C8EF9-B07D-DC44-715C-FAF36BE71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825" y="200026"/>
            <a:ext cx="10515600" cy="762000"/>
          </a:xfrm>
        </p:spPr>
        <p:txBody>
          <a:bodyPr/>
          <a:lstStyle/>
          <a:p>
            <a:r>
              <a:rPr lang="en-US" altLang="ko-KR"/>
              <a:t>3. </a:t>
            </a:r>
            <a:r>
              <a:rPr lang="ko-KR" altLang="en-US"/>
              <a:t>평가 배점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59AC9394-1D18-DA62-6A33-50BC0E307D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9632732"/>
              </p:ext>
            </p:extLst>
          </p:nvPr>
        </p:nvGraphicFramePr>
        <p:xfrm>
          <a:off x="638810" y="1363183"/>
          <a:ext cx="10333990" cy="466501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42565">
                  <a:extLst>
                    <a:ext uri="{9D8B030D-6E8A-4147-A177-3AD203B41FA5}">
                      <a16:colId xmlns:a16="http://schemas.microsoft.com/office/drawing/2014/main" val="3459043197"/>
                    </a:ext>
                  </a:extLst>
                </a:gridCol>
                <a:gridCol w="1876425">
                  <a:extLst>
                    <a:ext uri="{9D8B030D-6E8A-4147-A177-3AD203B41FA5}">
                      <a16:colId xmlns:a16="http://schemas.microsoft.com/office/drawing/2014/main" val="4265854541"/>
                    </a:ext>
                  </a:extLst>
                </a:gridCol>
                <a:gridCol w="5715000">
                  <a:extLst>
                    <a:ext uri="{9D8B030D-6E8A-4147-A177-3AD203B41FA5}">
                      <a16:colId xmlns:a16="http://schemas.microsoft.com/office/drawing/2014/main" val="1556121301"/>
                    </a:ext>
                  </a:extLst>
                </a:gridCol>
              </a:tblGrid>
              <a:tr h="717068"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ko-KR" sz="2400">
                          <a:effectLst/>
                        </a:rPr>
                        <a:t>평가 항목</a:t>
                      </a:r>
                      <a:endParaRPr lang="ko-KR" sz="28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ko-KR" sz="2400">
                          <a:effectLst/>
                        </a:rPr>
                        <a:t>배점</a:t>
                      </a:r>
                      <a:endParaRPr lang="ko-KR" sz="28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ko-KR" sz="2400">
                          <a:effectLst/>
                        </a:rPr>
                        <a:t>평가 내용</a:t>
                      </a:r>
                      <a:endParaRPr lang="ko-KR" sz="28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745601632"/>
                  </a:ext>
                </a:extLst>
              </a:tr>
              <a:tr h="717068">
                <a:tc>
                  <a:txBody>
                    <a:bodyPr/>
                    <a:lstStyle/>
                    <a:p>
                      <a:pPr latinLnBrk="1">
                        <a:buNone/>
                      </a:pPr>
                      <a:r>
                        <a:rPr lang="ko-KR" sz="2400">
                          <a:effectLst/>
                        </a:rPr>
                        <a:t>발표 평가</a:t>
                      </a:r>
                      <a:endParaRPr lang="ko-KR" sz="28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sz="2400">
                          <a:effectLst/>
                        </a:rPr>
                        <a:t>50%</a:t>
                      </a:r>
                      <a:endParaRPr lang="ko-KR" sz="28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latinLnBrk="1">
                        <a:buNone/>
                      </a:pPr>
                      <a:r>
                        <a:rPr lang="ko-KR" sz="2400">
                          <a:effectLst/>
                        </a:rPr>
                        <a:t>발표 </a:t>
                      </a:r>
                      <a:r>
                        <a:rPr lang="ko-KR" altLang="en-US" sz="2400">
                          <a:effectLst/>
                        </a:rPr>
                        <a:t>평가</a:t>
                      </a:r>
                      <a:r>
                        <a:rPr lang="en-US" altLang="ko-KR" sz="2400">
                          <a:effectLst/>
                        </a:rPr>
                        <a:t>(</a:t>
                      </a:r>
                      <a:r>
                        <a:rPr lang="ko-KR" altLang="en-US" sz="2400">
                          <a:effectLst/>
                        </a:rPr>
                        <a:t>최종 산출물 시연</a:t>
                      </a:r>
                      <a:r>
                        <a:rPr lang="en-US" altLang="ko-KR" sz="2400">
                          <a:effectLst/>
                        </a:rPr>
                        <a:t>)</a:t>
                      </a:r>
                    </a:p>
                    <a:p>
                      <a:pPr latinLnBrk="1">
                        <a:buNone/>
                      </a:pPr>
                      <a:r>
                        <a:rPr lang="en-US" altLang="ko-KR" sz="24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24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rPr>
                        <a:t>시연은 동영상 상영 가능</a:t>
                      </a:r>
                      <a:endParaRPr lang="ko-KR" sz="28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3629579411"/>
                  </a:ext>
                </a:extLst>
              </a:tr>
              <a:tr h="717068">
                <a:tc>
                  <a:txBody>
                    <a:bodyPr/>
                    <a:lstStyle/>
                    <a:p>
                      <a:pPr latinLnBrk="1">
                        <a:buNone/>
                      </a:pPr>
                      <a:r>
                        <a:rPr lang="ko-KR" sz="2400">
                          <a:effectLst/>
                        </a:rPr>
                        <a:t>산출물 평가</a:t>
                      </a:r>
                      <a:endParaRPr lang="ko-KR" sz="28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sz="2400">
                          <a:effectLst/>
                        </a:rPr>
                        <a:t>25%</a:t>
                      </a:r>
                      <a:endParaRPr lang="ko-KR" sz="28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latinLnBrk="1">
                        <a:buNone/>
                      </a:pPr>
                      <a:r>
                        <a:rPr lang="ko-KR" altLang="en-US" sz="2400">
                          <a:effectLst/>
                        </a:rPr>
                        <a:t>산출물 </a:t>
                      </a:r>
                      <a:r>
                        <a:rPr lang="ko-KR" sz="2400">
                          <a:effectLst/>
                        </a:rPr>
                        <a:t>문서</a:t>
                      </a:r>
                      <a:r>
                        <a:rPr lang="en-US" sz="2400">
                          <a:effectLst/>
                        </a:rPr>
                        <a:t> · </a:t>
                      </a:r>
                      <a:r>
                        <a:rPr lang="ko-KR" sz="2400">
                          <a:effectLst/>
                        </a:rPr>
                        <a:t>결과물의 완성도</a:t>
                      </a:r>
                      <a:endParaRPr lang="ko-KR" sz="28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1554283292"/>
                  </a:ext>
                </a:extLst>
              </a:tr>
              <a:tr h="1147309">
                <a:tc>
                  <a:txBody>
                    <a:bodyPr/>
                    <a:lstStyle/>
                    <a:p>
                      <a:pPr latinLnBrk="1">
                        <a:buNone/>
                      </a:pPr>
                      <a:r>
                        <a:rPr lang="en-US" sz="2400">
                          <a:effectLst/>
                        </a:rPr>
                        <a:t>AI </a:t>
                      </a:r>
                      <a:r>
                        <a:rPr lang="ko-KR" sz="2400">
                          <a:effectLst/>
                        </a:rPr>
                        <a:t>도구 활용</a:t>
                      </a:r>
                      <a:endParaRPr lang="ko-KR" sz="28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sz="2400" b="1">
                          <a:solidFill>
                            <a:srgbClr val="FF0000"/>
                          </a:solidFill>
                          <a:effectLst/>
                        </a:rPr>
                        <a:t>25%</a:t>
                      </a:r>
                      <a:endParaRPr lang="ko-KR" sz="2800" b="1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latinLnBrk="1">
                        <a:buNone/>
                      </a:pPr>
                      <a:r>
                        <a:rPr lang="en-US" sz="2400">
                          <a:effectLst/>
                        </a:rPr>
                        <a:t>AI </a:t>
                      </a:r>
                      <a:r>
                        <a:rPr lang="ko-KR" altLang="en-US" sz="2400">
                          <a:effectLst/>
                        </a:rPr>
                        <a:t>도구 활용으로 얻은 공유</a:t>
                      </a:r>
                      <a:r>
                        <a:rPr lang="en-US" altLang="ko-KR" sz="2400">
                          <a:effectLst/>
                        </a:rPr>
                        <a:t>(</a:t>
                      </a:r>
                      <a:r>
                        <a:rPr lang="ko-KR" altLang="en-US" sz="2400">
                          <a:effectLst/>
                        </a:rPr>
                        <a:t>학과 전체</a:t>
                      </a:r>
                      <a:r>
                        <a:rPr lang="en-US" altLang="ko-KR" sz="2400">
                          <a:effectLst/>
                        </a:rPr>
                        <a:t>)</a:t>
                      </a:r>
                    </a:p>
                    <a:p>
                      <a:pPr latinLnBrk="1">
                        <a:buNone/>
                      </a:pPr>
                      <a:r>
                        <a:rPr lang="en-US" altLang="ko-KR" sz="240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rPr>
                        <a:t>AI </a:t>
                      </a:r>
                      <a:r>
                        <a:rPr lang="ko-KR" altLang="en-US" sz="240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rPr>
                        <a:t>구현</a:t>
                      </a:r>
                      <a:r>
                        <a:rPr lang="en-US" altLang="ko-KR" sz="240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rPr>
                        <a:t>-</a:t>
                      </a:r>
                      <a:r>
                        <a:rPr lang="ko-KR" altLang="en-US" sz="240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rPr>
                        <a:t>배포</a:t>
                      </a:r>
                      <a:r>
                        <a:rPr lang="en-US" altLang="ko-KR" sz="240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rPr>
                        <a:t>-</a:t>
                      </a:r>
                      <a:r>
                        <a:rPr lang="ko-KR" altLang="en-US" sz="240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rPr>
                        <a:t>테스트 등 라이프사이클 전반의 파이프라인 구축</a:t>
                      </a:r>
                      <a:r>
                        <a:rPr lang="ko-KR" altLang="en-US" sz="24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rPr>
                        <a:t> 평가</a:t>
                      </a:r>
                      <a:endParaRPr lang="en-US" altLang="ko-KR" sz="24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  <a:p>
                      <a:pPr marL="342900" indent="-342900" latinLnBrk="1">
                        <a:buFontTx/>
                        <a:buChar char="-"/>
                      </a:pPr>
                      <a:r>
                        <a:rPr lang="ko-KR" altLang="en-US" sz="240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rPr>
                        <a:t>이후에 활용이 가능</a:t>
                      </a:r>
                      <a:r>
                        <a:rPr lang="ko-KR" altLang="en-US" sz="24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rPr>
                        <a:t>한가</a:t>
                      </a:r>
                      <a:r>
                        <a:rPr lang="en-US" altLang="ko-KR" sz="24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rPr>
                        <a:t>?</a:t>
                      </a: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620780440"/>
                  </a:ext>
                </a:extLst>
              </a:tr>
              <a:tr h="717068">
                <a:tc>
                  <a:txBody>
                    <a:bodyPr/>
                    <a:lstStyle/>
                    <a:p>
                      <a:pPr latinLnBrk="1">
                        <a:buNone/>
                      </a:pPr>
                      <a:r>
                        <a:rPr lang="ko-KR" sz="2400">
                          <a:effectLst/>
                        </a:rPr>
                        <a:t>가산점</a:t>
                      </a:r>
                      <a:endParaRPr lang="ko-KR" sz="28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 latinLnBrk="1">
                        <a:buNone/>
                      </a:pPr>
                      <a:r>
                        <a:rPr lang="en-US" sz="2400">
                          <a:effectLst/>
                        </a:rPr>
                        <a:t>+10%</a:t>
                      </a:r>
                      <a:endParaRPr lang="ko-KR" sz="28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latinLnBrk="1">
                        <a:buNone/>
                      </a:pPr>
                      <a:r>
                        <a:rPr lang="ko-KR" sz="2400" err="1">
                          <a:effectLst/>
                        </a:rPr>
                        <a:t>앱인토스</a:t>
                      </a:r>
                      <a:r>
                        <a:rPr lang="en-US" sz="2400">
                          <a:effectLst/>
                        </a:rPr>
                        <a:t>(App in Toss) </a:t>
                      </a:r>
                      <a:r>
                        <a:rPr lang="ko-KR" sz="2400">
                          <a:effectLst/>
                        </a:rPr>
                        <a:t>배포 완료 시 </a:t>
                      </a:r>
                      <a:endParaRPr lang="en-US" altLang="ko-KR" sz="2400">
                        <a:effectLst/>
                      </a:endParaRPr>
                    </a:p>
                    <a:p>
                      <a:pPr latinLnBrk="1">
                        <a:buNone/>
                      </a:pPr>
                      <a:r>
                        <a:rPr lang="ko-KR" sz="2400">
                          <a:effectLst/>
                        </a:rPr>
                        <a:t>추가 배점</a:t>
                      </a:r>
                      <a:endParaRPr lang="ko-KR" sz="28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41234980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489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F1D95-05F6-E859-9739-9A3ED2970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00C9D7-EE40-6BEF-74FA-0A98CFD94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825" y="200026"/>
            <a:ext cx="10515600" cy="762000"/>
          </a:xfrm>
        </p:spPr>
        <p:txBody>
          <a:bodyPr/>
          <a:lstStyle/>
          <a:p>
            <a:r>
              <a:rPr lang="en-US" altLang="ko-KR"/>
              <a:t>4. </a:t>
            </a:r>
            <a:r>
              <a:rPr lang="ko-KR" altLang="en-US"/>
              <a:t>주의 사항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3547DA-FD16-D11E-EFC3-E3493B3643F2}"/>
              </a:ext>
            </a:extLst>
          </p:cNvPr>
          <p:cNvSpPr txBox="1"/>
          <p:nvPr/>
        </p:nvSpPr>
        <p:spPr>
          <a:xfrm>
            <a:off x="640555" y="1515160"/>
            <a:ext cx="10322719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spcAft>
                <a:spcPts val="600"/>
              </a:spcAft>
              <a:buNone/>
            </a:pPr>
            <a:r>
              <a:rPr lang="en-US" altLang="ko-KR" sz="3600" b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AI</a:t>
            </a:r>
            <a:r>
              <a:rPr lang="ko-KR" altLang="en-US" sz="3600" b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를 활용하지만</a:t>
            </a:r>
            <a:r>
              <a:rPr lang="en-US" altLang="ko-KR" sz="3600" b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, AI</a:t>
            </a:r>
            <a:r>
              <a:rPr lang="ko-KR" altLang="en-US" sz="3600" b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의 실수는 팀의 책임</a:t>
            </a:r>
            <a:endParaRPr lang="en-US" altLang="ko-KR" sz="3600" b="1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맑은 고딕" panose="020B0503020000020004" pitchFamily="50" charset="-127"/>
            </a:endParaRPr>
          </a:p>
          <a:p>
            <a:pPr latinLnBrk="1">
              <a:spcAft>
                <a:spcPts val="600"/>
              </a:spcAft>
              <a:buNone/>
            </a:pPr>
            <a:endParaRPr lang="en-US" altLang="ko-KR" sz="3600" b="1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맑은 고딕" panose="020B0503020000020004" pitchFamily="50" charset="-127"/>
            </a:endParaRPr>
          </a:p>
          <a:p>
            <a:pPr latinLnBrk="1">
              <a:spcAft>
                <a:spcPts val="600"/>
              </a:spcAft>
              <a:buNone/>
            </a:pPr>
            <a:r>
              <a:rPr lang="en-US" altLang="ko-KR" sz="3600" b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AI</a:t>
            </a:r>
            <a:r>
              <a:rPr lang="ko-KR" altLang="en-US" sz="3600" b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의 한계가 용인되지 않음</a:t>
            </a:r>
            <a:r>
              <a:rPr lang="en-US" altLang="ko-KR" sz="3600" b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(AI </a:t>
            </a:r>
            <a:r>
              <a:rPr lang="ko-KR" altLang="en-US" sz="3600" b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티가 </a:t>
            </a:r>
            <a:r>
              <a:rPr lang="ko-KR" altLang="en-US" sz="3600" b="1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안나게</a:t>
            </a:r>
            <a:r>
              <a:rPr lang="ko-KR" altLang="en-US" sz="3600" b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 할 것</a:t>
            </a:r>
            <a:r>
              <a:rPr lang="en-US" altLang="ko-KR" sz="3600" b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)</a:t>
            </a:r>
          </a:p>
          <a:p>
            <a:pPr latinLnBrk="1">
              <a:spcAft>
                <a:spcPts val="600"/>
              </a:spcAft>
              <a:buNone/>
            </a:pPr>
            <a:endParaRPr lang="en-US" altLang="ko-KR" sz="3600" b="1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맑은 고딕" panose="020B0503020000020004" pitchFamily="50" charset="-127"/>
            </a:endParaRPr>
          </a:p>
          <a:p>
            <a:pPr latinLnBrk="1">
              <a:spcAft>
                <a:spcPts val="600"/>
              </a:spcAft>
              <a:buNone/>
            </a:pPr>
            <a:r>
              <a:rPr lang="ko-KR" altLang="ko-KR" sz="3600" b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검수 및 최종 책임은 사람</a:t>
            </a:r>
            <a:r>
              <a:rPr lang="en-US" altLang="ko-KR" sz="3600" b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(</a:t>
            </a:r>
            <a:r>
              <a:rPr lang="ko-KR" altLang="ko-KR" sz="3600" b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팀원</a:t>
            </a:r>
            <a:r>
              <a:rPr lang="en-US" altLang="ko-KR" sz="3600" b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)</a:t>
            </a:r>
            <a:r>
              <a:rPr lang="ko-KR" altLang="ko-KR" sz="3600" b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에게 있</a:t>
            </a:r>
            <a:r>
              <a:rPr lang="ko-KR" altLang="en-US" sz="3600" b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음</a:t>
            </a:r>
            <a:endParaRPr lang="ko-KR" altLang="ko-KR" sz="360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731625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07587-C1FE-47BE-0CBF-7D5719E4C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067B04-ADFB-C22A-E547-F5CB5803C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825" y="200026"/>
            <a:ext cx="10515600" cy="762000"/>
          </a:xfrm>
        </p:spPr>
        <p:txBody>
          <a:bodyPr/>
          <a:lstStyle/>
          <a:p>
            <a:r>
              <a:rPr lang="en-US" altLang="ko-KR"/>
              <a:t>5. </a:t>
            </a:r>
            <a:r>
              <a:rPr lang="ko-KR" altLang="en-US"/>
              <a:t>프로젝트를 통해 기르고자 하는 역량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09B135-FB5A-EE4A-F6DC-7B5B59063306}"/>
              </a:ext>
            </a:extLst>
          </p:cNvPr>
          <p:cNvSpPr txBox="1"/>
          <p:nvPr/>
        </p:nvSpPr>
        <p:spPr>
          <a:xfrm>
            <a:off x="425052" y="1466851"/>
            <a:ext cx="11341895" cy="4478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spcAft>
                <a:spcPts val="600"/>
              </a:spcAft>
              <a:buNone/>
            </a:pPr>
            <a:r>
              <a:rPr lang="en-US" altLang="ko-KR" sz="240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•</a:t>
            </a:r>
            <a:r>
              <a:rPr lang="ko-KR" altLang="en-US" sz="240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앱인토스</a:t>
            </a:r>
            <a:r>
              <a:rPr lang="ko-KR" altLang="en-US" sz="240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 등록 방식 이해 </a:t>
            </a:r>
            <a:endParaRPr lang="en-US" altLang="ko-KR" sz="240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맑은 고딕" panose="020B0503020000020004" pitchFamily="50" charset="-127"/>
            </a:endParaRPr>
          </a:p>
          <a:p>
            <a:pPr latinLnBrk="1">
              <a:spcAft>
                <a:spcPts val="600"/>
              </a:spcAft>
              <a:buNone/>
            </a:pPr>
            <a:r>
              <a:rPr lang="en-US" altLang="ko-KR" sz="24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  </a:t>
            </a:r>
            <a:r>
              <a:rPr lang="en-US" altLang="ko-KR" sz="240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— </a:t>
            </a:r>
            <a:r>
              <a:rPr lang="ko-KR" altLang="en-US" sz="240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공식 문서를 읽고 이를 바탕으로 직접 개발하는 능력</a:t>
            </a:r>
          </a:p>
          <a:p>
            <a:pPr latinLnBrk="1">
              <a:spcAft>
                <a:spcPts val="600"/>
              </a:spcAft>
              <a:buNone/>
            </a:pPr>
            <a:r>
              <a:rPr lang="en-US" altLang="ko-KR" sz="240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•AI </a:t>
            </a:r>
            <a:r>
              <a:rPr lang="ko-KR" altLang="en-US" sz="240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활용 개발 능력 </a:t>
            </a:r>
            <a:endParaRPr lang="en-US" altLang="ko-KR" sz="240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맑은 고딕" panose="020B0503020000020004" pitchFamily="50" charset="-127"/>
            </a:endParaRPr>
          </a:p>
          <a:p>
            <a:pPr latinLnBrk="1">
              <a:spcAft>
                <a:spcPts val="600"/>
              </a:spcAft>
              <a:buNone/>
            </a:pPr>
            <a:r>
              <a:rPr lang="en-US" altLang="ko-KR" sz="24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  </a:t>
            </a:r>
            <a:r>
              <a:rPr lang="en-US" altLang="ko-KR" sz="240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— </a:t>
            </a:r>
            <a:r>
              <a:rPr lang="ko-KR" altLang="en-US" sz="240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인공지능 도구를 활용하여 효율적으로 개발하는 능력</a:t>
            </a:r>
          </a:p>
          <a:p>
            <a:pPr latinLnBrk="1">
              <a:spcAft>
                <a:spcPts val="600"/>
              </a:spcAft>
              <a:buNone/>
            </a:pPr>
            <a:r>
              <a:rPr lang="en-US" altLang="ko-KR" sz="240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•</a:t>
            </a:r>
            <a:r>
              <a:rPr lang="ko-KR" altLang="en-US" sz="240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완성도를 높이는 태도 </a:t>
            </a:r>
            <a:endParaRPr lang="en-US" altLang="ko-KR" sz="240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맑은 고딕" panose="020B0503020000020004" pitchFamily="50" charset="-127"/>
            </a:endParaRPr>
          </a:p>
          <a:p>
            <a:pPr latinLnBrk="1">
              <a:spcAft>
                <a:spcPts val="600"/>
              </a:spcAft>
              <a:buNone/>
            </a:pPr>
            <a:r>
              <a:rPr lang="en-US" altLang="ko-KR" sz="24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  </a:t>
            </a:r>
            <a:r>
              <a:rPr lang="en-US" altLang="ko-KR" sz="240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— </a:t>
            </a:r>
            <a:r>
              <a:rPr lang="ko-KR" altLang="en-US" sz="240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결과물의 품질을 끌어올리기 위한 노력과 방법</a:t>
            </a:r>
          </a:p>
          <a:p>
            <a:pPr latinLnBrk="1">
              <a:spcAft>
                <a:spcPts val="600"/>
              </a:spcAft>
              <a:buNone/>
            </a:pPr>
            <a:r>
              <a:rPr lang="en-US" altLang="ko-KR" sz="240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•</a:t>
            </a:r>
            <a:r>
              <a:rPr lang="ko-KR" altLang="en-US" sz="240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기획</a:t>
            </a:r>
            <a:r>
              <a:rPr lang="en-US" altLang="ko-KR" sz="240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~</a:t>
            </a:r>
            <a:r>
              <a:rPr lang="ko-KR" altLang="en-US" sz="240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배포 전체 사이클 경험</a:t>
            </a:r>
            <a:endParaRPr lang="en-US" altLang="ko-KR" sz="240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맑은 고딕" panose="020B0503020000020004" pitchFamily="50" charset="-127"/>
            </a:endParaRPr>
          </a:p>
          <a:p>
            <a:pPr latinLnBrk="1">
              <a:spcAft>
                <a:spcPts val="600"/>
              </a:spcAft>
              <a:buNone/>
            </a:pPr>
            <a:r>
              <a:rPr lang="en-US" altLang="ko-KR" sz="24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 </a:t>
            </a:r>
            <a:r>
              <a:rPr lang="ko-KR" altLang="en-US" sz="240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 </a:t>
            </a:r>
            <a:r>
              <a:rPr lang="en-US" altLang="ko-KR" sz="240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— </a:t>
            </a:r>
            <a:r>
              <a:rPr lang="ko-KR" altLang="en-US" sz="240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아이디어 기획부터 실제 배포까지 한 사이클을 직접 경험</a:t>
            </a:r>
          </a:p>
          <a:p>
            <a:pPr latinLnBrk="1">
              <a:spcAft>
                <a:spcPts val="600"/>
              </a:spcAft>
              <a:buNone/>
            </a:pPr>
            <a:r>
              <a:rPr lang="en-US" altLang="ko-KR" sz="240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•</a:t>
            </a:r>
            <a:r>
              <a:rPr lang="ko-KR" altLang="en-US" sz="240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체계적인 프로젝트 진행 </a:t>
            </a:r>
            <a:endParaRPr lang="en-US" altLang="ko-KR" sz="240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맑은 고딕" panose="020B0503020000020004" pitchFamily="50" charset="-127"/>
            </a:endParaRPr>
          </a:p>
          <a:p>
            <a:pPr latinLnBrk="1">
              <a:spcAft>
                <a:spcPts val="600"/>
              </a:spcAft>
              <a:buNone/>
            </a:pPr>
            <a:r>
              <a:rPr lang="en-US" altLang="ko-KR" sz="24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  </a:t>
            </a:r>
            <a:r>
              <a:rPr lang="en-US" altLang="ko-KR" sz="240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— </a:t>
            </a:r>
            <a:r>
              <a:rPr lang="ko-KR" altLang="en-US" sz="240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프로젝트 흐름에 따라 개발하고</a:t>
            </a:r>
            <a:r>
              <a:rPr lang="en-US" altLang="ko-KR" sz="240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, </a:t>
            </a:r>
            <a:r>
              <a:rPr lang="ko-KR" altLang="en-US" sz="240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단계별 산출물을 작성하는 능력</a:t>
            </a:r>
          </a:p>
        </p:txBody>
      </p:sp>
    </p:spTree>
    <p:extLst>
      <p:ext uri="{BB962C8B-B14F-4D97-AF65-F5344CB8AC3E}">
        <p14:creationId xmlns:p14="http://schemas.microsoft.com/office/powerpoint/2010/main" val="35846940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AB260-73BE-E12B-A7C7-11196BD87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2FC029-38B5-4CDC-51BB-0D94AA339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825" y="200026"/>
            <a:ext cx="10515600" cy="762000"/>
          </a:xfrm>
        </p:spPr>
        <p:txBody>
          <a:bodyPr/>
          <a:lstStyle/>
          <a:p>
            <a:r>
              <a:rPr lang="ko-KR" altLang="en-US"/>
              <a:t>프로젝트 문제 발생 해결 방안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A31B26-8BCC-73C4-8956-F11036E906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084" y="1318961"/>
            <a:ext cx="9968805" cy="5098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22127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B264DEC1EDF7B24A92FA6FDB338F6430" ma:contentTypeVersion="10" ma:contentTypeDescription="새 문서를 만듭니다." ma:contentTypeScope="" ma:versionID="6e358f3629354a360423f8205736b68b">
  <xsd:schema xmlns:xsd="http://www.w3.org/2001/XMLSchema" xmlns:xs="http://www.w3.org/2001/XMLSchema" xmlns:p="http://schemas.microsoft.com/office/2006/metadata/properties" xmlns:ns2="3c3da349-bed8-43f0-9595-107f1049132f" xmlns:ns3="b2d84c07-acad-4bdf-a276-6c2e6f8c19b4" targetNamespace="http://schemas.microsoft.com/office/2006/metadata/properties" ma:root="true" ma:fieldsID="c9307cba8c4167f5e72dd444c857337b" ns2:_="" ns3:_="">
    <xsd:import namespace="3c3da349-bed8-43f0-9595-107f1049132f"/>
    <xsd:import namespace="b2d84c07-acad-4bdf-a276-6c2e6f8c19b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3da349-bed8-43f0-9595-107f1049132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이미지 태그" ma:readOnly="false" ma:fieldId="{5cf76f15-5ced-4ddc-b409-7134ff3c332f}" ma:taxonomyMulti="true" ma:sspId="8000a940-ae6c-43da-b619-de366c7f0a5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d84c07-acad-4bdf-a276-6c2e6f8c19b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ae4f963-171e-48a8-9931-1dfbcd1dd1e7}" ma:internalName="TaxCatchAll" ma:showField="CatchAllData" ma:web="b2d84c07-acad-4bdf-a276-6c2e6f8c19b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c3da349-bed8-43f0-9595-107f1049132f">
      <Terms xmlns="http://schemas.microsoft.com/office/infopath/2007/PartnerControls"/>
    </lcf76f155ced4ddcb4097134ff3c332f>
    <TaxCatchAll xmlns="b2d84c07-acad-4bdf-a276-6c2e6f8c19b4" xsi:nil="true"/>
  </documentManagement>
</p:properties>
</file>

<file path=customXml/itemProps1.xml><?xml version="1.0" encoding="utf-8"?>
<ds:datastoreItem xmlns:ds="http://schemas.openxmlformats.org/officeDocument/2006/customXml" ds:itemID="{77B6885D-951E-47BE-B339-E88C8BD8485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A4CAA68-412D-40C7-BAE5-24DBBC4FA74C}">
  <ds:schemaRefs>
    <ds:schemaRef ds:uri="3c3da349-bed8-43f0-9595-107f1049132f"/>
    <ds:schemaRef ds:uri="b2d84c07-acad-4bdf-a276-6c2e6f8c19b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7E92D8BF-2B6A-4CAB-B87D-E74DF74F9E64}">
  <ds:schemaRefs>
    <ds:schemaRef ds:uri="3c3da349-bed8-43f0-9595-107f1049132f"/>
    <ds:schemaRef ds:uri="b2d84c07-acad-4bdf-a276-6c2e6f8c19b4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테마</vt:lpstr>
      <vt:lpstr>개발 프로젝트(with AI)</vt:lpstr>
      <vt:lpstr>PowerPoint Presentation</vt:lpstr>
      <vt:lpstr>앱인 토스 앱 구현하기 프로젝트</vt:lpstr>
      <vt:lpstr>앱인 토스 앱 구현하기 프로젝트</vt:lpstr>
      <vt:lpstr>1. 프로젝트 미팅 규칙</vt:lpstr>
      <vt:lpstr>2. 최종 제출 산출물</vt:lpstr>
      <vt:lpstr>3. 평가 배점</vt:lpstr>
      <vt:lpstr>4. 주의 사항</vt:lpstr>
      <vt:lpstr>5. 프로젝트를 통해 기르고자 하는 역량</vt:lpstr>
      <vt:lpstr>프로젝트 문제 발생 해결 방안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JungWon chi</dc:creator>
  <cp:revision>1</cp:revision>
  <dcterms:created xsi:type="dcterms:W3CDTF">2026-06-18T23:37:08Z</dcterms:created>
  <dcterms:modified xsi:type="dcterms:W3CDTF">2026-06-19T04:14:25Z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0x010100B264DEC1EDF7B24A92FA6FDB338F6430</vt:lpwstr>
  </property>
  <property fmtid="{D5CDD505-2E9C-101B-9397-08002B2CF9AE}" pid="3" name="MediaServiceImageTags">
    <vt:lpwstr/>
  </property>
</Properties>
</file>